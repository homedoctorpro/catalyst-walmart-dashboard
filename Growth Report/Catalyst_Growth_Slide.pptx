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" y="4572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Brick &amp; Mortar Catalyst Growth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5" name="Image 0" descr="Z:/Shared/Company/Catalyst Pet/Walmart Sales Map/Growth Report/rpt_wm_us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14400"/>
            <a:ext cx="5120640" cy="32430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136392" y="2989966"/>
            <a:ext cx="2148840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227832" y="2989966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4050792" y="2989966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Units/Store/Week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8 months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923544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760720" y="8686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growing new brand at major retailer</a:t>
            </a:r>
            <a:pPr indent="0" marL="0">
              <a:lnSpc>
                <a:spcPct val="100000"/>
              </a:lnSpc>
              <a:buNone/>
            </a:pP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 new brands/products launched same time as Catalyst)</a:t>
            </a:r>
            <a:endParaRPr lang="en-US" sz="1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792224"/>
            <a:ext cx="164592" cy="1645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60720" y="17373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 Units per Store per week in first 8 months with ASP 52% higher than #1 selling cat litter SKU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798064"/>
            <a:ext cx="164592" cy="16459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760720" y="2743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of 4 units/store/week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3255264"/>
            <a:ext cx="164592" cy="16459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760720" y="32004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in new consumers</a:t>
            </a:r>
            <a:endParaRPr lang="en-US" sz="15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3712464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5760720" y="36576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 All Time Repeat Purchase Rate Already</a:t>
            </a:r>
            <a:pPr indent="0" marL="0">
              <a:lnSpc>
                <a:spcPct val="100000"/>
              </a:lnSpc>
              <a:buNone/>
            </a:pP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40-50%+ repeat purchase rate for February-March cohort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2026-09-22T15:01:42Z</dcterms:created>
  <dcterms:modified xsi:type="dcterms:W3CDTF">2026-09-22T15:01:42Z</dcterms:modified>
</cp:coreProperties>
</file>